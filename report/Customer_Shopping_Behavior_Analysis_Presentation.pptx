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1656085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Shopping Behavior Analysis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6119" y="2928342"/>
            <a:ext cx="51799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Data Analytics Project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72061"/>
            <a:ext cx="666229" cy="215354"/>
          </a:xfrm>
          <a:prstGeom prst="roundRect">
            <a:avLst>
              <a:gd name="adj" fmla="val 22119"/>
            </a:avLst>
          </a:prstGeom>
          <a:solidFill>
            <a:srgbClr val="FFE0CC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314551"/>
            <a:ext cx="9533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233190" y="3272061"/>
            <a:ext cx="578495" cy="215354"/>
          </a:xfrm>
          <a:prstGeom prst="roundRect">
            <a:avLst>
              <a:gd name="adj" fmla="val 22119"/>
            </a:avLst>
          </a:prstGeom>
          <a:solidFill>
            <a:srgbClr val="FFE0CC"/>
          </a:solidFill>
          <a:ln/>
        </p:spPr>
      </p:sp>
      <p:sp>
        <p:nvSpPr>
          <p:cNvPr id="8" name="Text 5"/>
          <p:cNvSpPr/>
          <p:nvPr/>
        </p:nvSpPr>
        <p:spPr>
          <a:xfrm>
            <a:off x="1318245" y="3314551"/>
            <a:ext cx="86558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MYSQL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82527" y="3272061"/>
            <a:ext cx="775543" cy="215354"/>
          </a:xfrm>
          <a:prstGeom prst="roundRect">
            <a:avLst>
              <a:gd name="adj" fmla="val 22119"/>
            </a:avLst>
          </a:prstGeom>
          <a:solidFill>
            <a:srgbClr val="FFE0CC"/>
          </a:solidFill>
          <a:ln/>
        </p:spPr>
      </p:sp>
      <p:sp>
        <p:nvSpPr>
          <p:cNvPr id="10" name="Text 7"/>
          <p:cNvSpPr/>
          <p:nvPr/>
        </p:nvSpPr>
        <p:spPr>
          <a:xfrm>
            <a:off x="1967582" y="3314551"/>
            <a:ext cx="10626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2599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Overview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87153"/>
            <a:ext cx="141759" cy="1417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2194917"/>
            <a:ext cx="1931566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5" name="Text 2"/>
          <p:cNvSpPr/>
          <p:nvPr/>
        </p:nvSpPr>
        <p:spPr>
          <a:xfrm>
            <a:off x="496119" y="2303859"/>
            <a:ext cx="1931566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Raw Dataset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6119" y="2653829"/>
            <a:ext cx="1931566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3,900 rows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43" y="1987153"/>
            <a:ext cx="141759" cy="1417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69443" y="2194917"/>
            <a:ext cx="1931640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9" name="Text 5"/>
          <p:cNvSpPr/>
          <p:nvPr/>
        </p:nvSpPr>
        <p:spPr>
          <a:xfrm>
            <a:off x="2569443" y="2303859"/>
            <a:ext cx="193164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569443" y="2653829"/>
            <a:ext cx="1931640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 &amp; EDA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1987153"/>
            <a:ext cx="141759" cy="14175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642842" y="2194917"/>
            <a:ext cx="1931640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3" name="Text 8"/>
          <p:cNvSpPr/>
          <p:nvPr/>
        </p:nvSpPr>
        <p:spPr>
          <a:xfrm>
            <a:off x="4642842" y="2303859"/>
            <a:ext cx="193164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MySQL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42842" y="2653829"/>
            <a:ext cx="1931640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business analysis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6241" y="1987153"/>
            <a:ext cx="141759" cy="14175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716241" y="2194917"/>
            <a:ext cx="1931640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7" name="Text 11"/>
          <p:cNvSpPr/>
          <p:nvPr/>
        </p:nvSpPr>
        <p:spPr>
          <a:xfrm>
            <a:off x="6716241" y="2303859"/>
            <a:ext cx="193164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716241" y="2653829"/>
            <a:ext cx="1931640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dashboard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070473"/>
            <a:ext cx="141759" cy="14175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96119" y="3278237"/>
            <a:ext cx="8151763" cy="1905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21" name="Text 14"/>
          <p:cNvSpPr/>
          <p:nvPr/>
        </p:nvSpPr>
        <p:spPr>
          <a:xfrm>
            <a:off x="496119" y="3387179"/>
            <a:ext cx="815176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Business Insights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96119" y="3737149"/>
            <a:ext cx="815176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514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Preparation — Python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86719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304702"/>
            <a:ext cx="262823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Preprocessing Steps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24339" y="1711375"/>
            <a:ext cx="2628230" cy="2961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Inspection: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Loaded dataset, checked dimensions, data types, and descriptive statistics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Quality: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Found 37 missing values in Review Rating; no duplicates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Cleaning: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Filled missing values by category median; standardized column names to snake_case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Engineering: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Created Age Group segments; converted purchase frequency to numeric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Integration: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Connected cleaned dataset to MySQL for SQL-based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2257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SQL Business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485602"/>
            <a:ext cx="86089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key business questions answered through structured SQL queries.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29321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90018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by Gender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6119" y="2639988"/>
            <a:ext cx="259913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$157,890 vs. Female $75,191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829321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290018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272433" y="2639988"/>
            <a:ext cx="259913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 3,116 · Returning 701 · New 83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829321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290018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Subscription Analysis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048747" y="2639988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27% subscribers; 73% non-subscribers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92004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752701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 Performance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96119" y="4102671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5 products by average review rating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292004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72433" y="3752701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by Age Group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3272433" y="4102671"/>
            <a:ext cx="2599134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Young Adults led at $62,143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48747" y="3292004"/>
            <a:ext cx="283518" cy="28351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48747" y="3752701"/>
            <a:ext cx="259913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Shipping Analysis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048747" y="4102671"/>
            <a:ext cx="2599134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Express avg $60.48 vs. Standard $58.46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4625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Interactive Power BI Dashboard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76524"/>
            <a:ext cx="5177582" cy="2932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581076"/>
            <a:ext cx="262823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Dashboard Features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24339" y="1987748"/>
            <a:ext cx="2628230" cy="240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KPI Cards: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3.9K customers · $59.76 avg purchase · 3.75 avg rating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Interactive Filters: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Subscription, Gender, Category, Shipping Type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Analysis: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Breakdown by category and age group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Customer Segmentation: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New, Returning, and Loyal visualizations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Product Insights: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Sales and revenue by product category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9565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Business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6119" y="1382911"/>
            <a:ext cx="4004965" cy="846311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14288">
            <a:solidFill>
              <a:srgbClr val="6B2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2165" y="1538957"/>
            <a:ext cx="369287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Clothing Dominates Revenue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2165" y="1888927"/>
            <a:ext cx="369287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revenue and sales across all categories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382911"/>
            <a:ext cx="4005039" cy="846311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14288">
            <a:solidFill>
              <a:srgbClr val="6B2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98888" y="1538957"/>
            <a:ext cx="369294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Young Adults Lead Spending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98888" y="1888927"/>
            <a:ext cx="369294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revenue-contributing age group at $62,143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370981"/>
            <a:ext cx="4004965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6B2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165" y="2527027"/>
            <a:ext cx="369287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Subscription Gap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2165" y="2876996"/>
            <a:ext cx="369287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27% subscribed — significant growth opportunity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370981"/>
            <a:ext cx="4005039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6B2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8888" y="2527027"/>
            <a:ext cx="369294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Loyal Customer 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98888" y="2876996"/>
            <a:ext cx="369294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 of customers classified as loyal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543300"/>
            <a:ext cx="4004965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6B2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165" y="3699346"/>
            <a:ext cx="369287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Express Shipping Premium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2165" y="4049316"/>
            <a:ext cx="369287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Slightly higher average spend ($60.48 vs. $58.46)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543300"/>
            <a:ext cx="4005039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6B2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8888" y="3699346"/>
            <a:ext cx="369294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Top-Rated Products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98888" y="4049316"/>
            <a:ext cx="369294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Gloves, Sandals, and Boots rated highest — strong marketing potential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4912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Business Recommendations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18258"/>
            <a:ext cx="2622724" cy="14892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579066"/>
            <a:ext cx="2224906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Increase Customer Subscriptions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3127" y="2193950"/>
            <a:ext cx="2224906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exclusive discounts and loyalty benefits to boost subscriber conversion.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418258"/>
            <a:ext cx="2622724" cy="14892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579066"/>
            <a:ext cx="2224906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Strengthen Customer Loyalty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497610" y="2193950"/>
            <a:ext cx="2224906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 repeat customers with personalized offers to increase lifetime value.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418258"/>
            <a:ext cx="2622724" cy="14892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579066"/>
            <a:ext cx="2224906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Optimize Discount Strategy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262092" y="2193950"/>
            <a:ext cx="2224906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campaigns regularly to drive sales while maintaining healthy margins.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49265"/>
            <a:ext cx="2622724" cy="14892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3210074"/>
            <a:ext cx="2224906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Promote Top-Performing Products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33127" y="3824957"/>
            <a:ext cx="2224906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 best-selling, highly rated products to maximize engagement and conversions.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601" y="3049265"/>
            <a:ext cx="2622724" cy="14892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3210074"/>
            <a:ext cx="2224906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Focus on High-Value Segments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3497610" y="3824957"/>
            <a:ext cx="2224906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marketing toward highest-revenue age groups and loyal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515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742703"/>
            <a:ext cx="390294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6119" y="2149376"/>
            <a:ext cx="3902943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(Pandas)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MySQL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43002"/>
            <a:ext cx="390294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Skills Demonstrated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6119" y="3349675"/>
            <a:ext cx="3902943" cy="885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 &amp; EDA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Querying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Development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Analysis &amp; Data Storytelling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7605" y="1600944"/>
            <a:ext cx="4107135" cy="2683966"/>
          </a:xfrm>
          <a:prstGeom prst="roundRect">
            <a:avLst>
              <a:gd name="adj" fmla="val 3803"/>
            </a:avLst>
          </a:prstGeom>
          <a:solidFill>
            <a:srgbClr val="6B2FA0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01964" y="1887959"/>
            <a:ext cx="361101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Transforming raw customer data into actionable business insights through analytics.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89363" y="1760413"/>
            <a:ext cx="19050" cy="623590"/>
          </a:xfrm>
          <a:prstGeom prst="roundRect">
            <a:avLst>
              <a:gd name="adj" fmla="val 50000"/>
            </a:avLst>
          </a:prstGeom>
          <a:solidFill>
            <a:srgbClr val="FF954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2026-07-31T18:30:52Z</dcterms:created>
  <dcterms:modified xsi:type="dcterms:W3CDTF">2026-07-31T18:30:52Z</dcterms:modified>
</cp:coreProperties>
</file>